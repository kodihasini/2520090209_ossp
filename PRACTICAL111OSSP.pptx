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DC0DE-C480-CBA6-258A-4E21AF79DE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7406D2-3D20-AEBC-0404-164CBCCAA0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C9AB5-D9EC-5596-9C9C-5B41F8B5F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51C2-18BF-4DDC-B133-5F9F8E62531B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D6A1DC-1791-3D1D-844F-E9ECB98AC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59FB37-FC86-0B3C-DEC9-B26BBC3ED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3C7B8-6C79-4A1D-B7A9-21A5B3F939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040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4CD73-4AC2-8A2F-4F31-6841333AC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8F87C-1837-A83D-C6AD-D73A743E5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429BF-CD6E-20C5-879D-77764D811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51C2-18BF-4DDC-B133-5F9F8E62531B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F69CA-B7E9-1A29-FD79-434FA01FF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A99FD-8E2D-2A7B-B1AC-909F57EFA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3C7B8-6C79-4A1D-B7A9-21A5B3F939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0459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63CF9-4E70-022F-EA75-EA5E5EE4F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83D4E8-9F32-3E67-F673-C3F6BFF0B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25B259-178B-4905-7CF7-B3CF33DD6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51C2-18BF-4DDC-B133-5F9F8E62531B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426A7-50D9-377E-A663-08F4F8980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CD9C54-0FB5-B3DF-10E9-40F604455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3C7B8-6C79-4A1D-B7A9-21A5B3F939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7892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50769-0450-B8C7-B8D0-BB552C5BC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58F03-C5B9-11CC-B911-7FC21EE9E5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DB7EDC-9DF2-591E-D04D-52A1D84A54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FC123A-7F75-D3E5-E767-6C4767EC8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51C2-18BF-4DDC-B133-5F9F8E62531B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5EA19-EB20-749D-B747-33F42A8E8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36AA28-36F6-FE53-347F-9E82A8719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3C7B8-6C79-4A1D-B7A9-21A5B3F939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6774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A6741-E51B-3534-F640-6AB068E74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D06B8A-52D9-BE91-6C19-58404650F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B75C5-375B-A5E3-FE7D-EDB7C02B0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3D065F-6E6D-19DD-1130-8B2366F095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850E20-084B-EB53-8832-C812B89FA1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814590-8EE4-DDAF-9DE7-E69B9E9EC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51C2-18BF-4DDC-B133-5F9F8E62531B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BECBF2-D729-2502-9D4A-FE4ECFCD1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CAB0A5-B493-720D-3137-F704DEE69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3C7B8-6C79-4A1D-B7A9-21A5B3F939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1204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58148-AD15-3F72-7163-E7DF16C5C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E492F7-4372-C7DD-06AA-63EB808EE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51C2-18BF-4DDC-B133-5F9F8E62531B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177836-3F8A-7037-8F9B-BB5FA9A9F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456C53-F737-A465-98E8-F18D3813A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3C7B8-6C79-4A1D-B7A9-21A5B3F939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408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078A98-07E4-066E-4C33-376CACB5B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51C2-18BF-4DDC-B133-5F9F8E62531B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EEBD5C-2850-18A0-DB81-C95976A86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A94CC1-1D9A-3825-C2A5-4FC72F3BE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3C7B8-6C79-4A1D-B7A9-21A5B3F939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8531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5E9A2-CE53-678A-7634-0C4F47D59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EAB7E-68EE-94DB-9FC6-F6AB18DD5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B161CE-038B-724D-275C-9401C488C8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DEF06C-F277-6B76-83C4-2768DA975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51C2-18BF-4DDC-B133-5F9F8E62531B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408070-BE66-286B-2DA8-5613B1D9D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D2F68B-C177-FD67-FE39-B9E379D24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3C7B8-6C79-4A1D-B7A9-21A5B3F939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1580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839E7-F81A-1D21-8072-C9E97C73F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29606F-4490-CEE1-9D36-6D5CDF236A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BDF113-9565-0126-7EC8-513039F6EB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1F2AFA-5215-7661-95DC-CC7216BED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51C2-18BF-4DDC-B133-5F9F8E62531B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7828C4-FA36-AA1F-C2DE-0BA7421C9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C0BAE5-96F0-7C5B-5515-28837F557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3C7B8-6C79-4A1D-B7A9-21A5B3F939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831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1759B-EC40-7306-597E-51A481CA6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290793-F371-CEF0-BEF2-DFEBCF5DF8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0C319-CBE7-E420-A2CC-2673C8B8B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51C2-18BF-4DDC-B133-5F9F8E62531B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E31FE-02DF-6815-2BA6-D2D3DFC6D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70653-039C-4823-2D47-4AE35BCCD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3C7B8-6C79-4A1D-B7A9-21A5B3F939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1802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65DED1-54D6-E327-D8B2-801A58922D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7B2F8A-EFF3-C81E-92A5-3F7E7CC27D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8046CB-395F-9110-1AE3-BAF8A54E7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51C2-18BF-4DDC-B133-5F9F8E62531B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130C4-EED1-5EB4-B5A7-F0BB70528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4BBA50-8DDC-8438-708B-B6AE3D4C2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3C7B8-6C79-4A1D-B7A9-21A5B3F939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4571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E8A409-CFA4-D6F4-8785-F7DD2D484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A180D-E234-D5F7-3DD4-3F6C68135C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E900D5-F463-FDC1-8115-DECDC810C4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051C2-18BF-4DDC-B133-5F9F8E62531B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AEE70-01EB-C68E-4F0C-ADECA532DD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792AA-3CB9-B474-9485-AB0AC1E9F1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63C7B8-6C79-4A1D-B7A9-21A5B3F939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314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0A38BF-3D4A-294F-197E-052C35E64F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482" y="1612490"/>
            <a:ext cx="7646603" cy="50586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18A896-1432-D8A0-6B12-8ED5AEE0FFFA}"/>
              </a:ext>
            </a:extLst>
          </p:cNvPr>
          <p:cNvSpPr txBox="1"/>
          <p:nvPr/>
        </p:nvSpPr>
        <p:spPr>
          <a:xfrm>
            <a:off x="3424410" y="688258"/>
            <a:ext cx="41407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800" dirty="0"/>
              <a:t>OSSP</a:t>
            </a:r>
            <a:r>
              <a:rPr lang="en-IN" dirty="0"/>
              <a:t> </a:t>
            </a:r>
            <a:r>
              <a:rPr lang="en-IN" sz="4800" dirty="0"/>
              <a:t>Practical-1</a:t>
            </a:r>
          </a:p>
        </p:txBody>
      </p:sp>
    </p:spTree>
    <p:extLst>
      <p:ext uri="{BB962C8B-B14F-4D97-AF65-F5344CB8AC3E}">
        <p14:creationId xmlns:p14="http://schemas.microsoft.com/office/powerpoint/2010/main" val="2618359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B93C20-61D5-6474-52A9-88E1A87B61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90625"/>
            <a:ext cx="12192000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503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Kodi Hasini</dc:creator>
  <cp:lastModifiedBy>Kodi Hasini</cp:lastModifiedBy>
  <cp:revision>1</cp:revision>
  <dcterms:created xsi:type="dcterms:W3CDTF">2026-08-05T03:44:08Z</dcterms:created>
  <dcterms:modified xsi:type="dcterms:W3CDTF">2026-08-05T03:44:08Z</dcterms:modified>
</cp:coreProperties>
</file>